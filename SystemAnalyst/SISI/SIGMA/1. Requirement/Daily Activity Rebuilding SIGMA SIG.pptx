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Lato Light"/>
      <p:regular r:id="rId15"/>
      <p:bold r:id="rId16"/>
      <p:italic r:id="rId17"/>
      <p:boldItalic r:id="rId18"/>
    </p:embeddedFont>
    <p:embeddedFont>
      <p:font typeface="Lato Black"/>
      <p:bold r:id="rId19"/>
      <p:boldItalic r:id="rId20"/>
    </p:embeddedFon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dFYeM8OUPLRl6KkJ0+sfgWjiI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F581DB-9F27-4DFB-BAA8-1F02EF33E437}">
  <a:tblStyle styleId="{7FF581DB-9F27-4DFB-BAA8-1F02EF33E4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Black-boldItalic.fntdata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ProximaNova-regular.fntdata"/><Relationship Id="rId10" Type="http://schemas.openxmlformats.org/officeDocument/2006/relationships/slide" Target="slides/slide4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5" Type="http://schemas.openxmlformats.org/officeDocument/2006/relationships/font" Target="fonts/LatoLight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LatoLight-italic.fntdata"/><Relationship Id="rId16" Type="http://schemas.openxmlformats.org/officeDocument/2006/relationships/font" Target="fonts/LatoLight-bold.fntdata"/><Relationship Id="rId19" Type="http://schemas.openxmlformats.org/officeDocument/2006/relationships/font" Target="fonts/LatoBlack-bold.fntdata"/><Relationship Id="rId18" Type="http://schemas.openxmlformats.org/officeDocument/2006/relationships/font" Target="fonts/Lato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025d0bb1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g31025d0bb1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c7af9ef9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3c7af9ef9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epan">
  <p:cSld name="Cover Depan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ctrTitle"/>
          </p:nvPr>
        </p:nvSpPr>
        <p:spPr>
          <a:xfrm>
            <a:off x="6096000" y="2034283"/>
            <a:ext cx="5472608" cy="27003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600"/>
              <a:buFont typeface="Helvetica Neue"/>
              <a:buNone/>
              <a:defRPr b="1" i="0" sz="5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6095997" y="4941168"/>
            <a:ext cx="5472609" cy="37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68408" y="261124"/>
            <a:ext cx="2139782" cy="1350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rima Kasih (Cover Belakang)">
  <p:cSld name="Terima Kasih (Cover Belakang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/>
        </p:nvSpPr>
        <p:spPr>
          <a:xfrm>
            <a:off x="6619511" y="1110407"/>
            <a:ext cx="38234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78"/>
              </a:buClr>
              <a:buSzPts val="3600"/>
              <a:buFont typeface="Helvetica Neue"/>
              <a:buNone/>
            </a:pPr>
            <a:r>
              <a:rPr b="1" i="1" lang="en-US" sz="3600" u="none" cap="none" strike="noStrike">
                <a:solidFill>
                  <a:srgbClr val="00387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Terima Kasih</a:t>
            </a:r>
            <a:endParaRPr b="1" i="1" sz="3600" u="none" cap="none" strike="noStrike">
              <a:solidFill>
                <a:srgbClr val="00387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" name="Google Shape;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8426" y="1673094"/>
            <a:ext cx="4425653" cy="267038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8"/>
          <p:cNvSpPr txBox="1"/>
          <p:nvPr/>
        </p:nvSpPr>
        <p:spPr>
          <a:xfrm>
            <a:off x="5745104" y="4221088"/>
            <a:ext cx="5607624" cy="1196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PT SINERGI INFORMATIKA SEMEN INDONESIA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Graha Aktiva, 11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</a:t>
            </a:r>
            <a:r>
              <a:rPr b="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Floor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Jl. H. R. Rasuna Said Kav 3, South Jakarta 12950 – Indonesia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P: +62 21 2941 0371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7392144" y="5657552"/>
            <a:ext cx="2262465" cy="406261"/>
          </a:xfrm>
          <a:prstGeom prst="roundRect">
            <a:avLst>
              <a:gd fmla="val 50000" name="adj"/>
            </a:avLst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www.sisi.id</a:t>
            </a:r>
            <a:endParaRPr b="1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epan - Blank">
  <p:cSld name="Cover Depan - 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34963" y="694850"/>
            <a:ext cx="9901237" cy="97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34964" y="1847376"/>
            <a:ext cx="11522074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b="0" i="0" sz="2400">
                <a:latin typeface="Lato Light"/>
                <a:ea typeface="Lato Light"/>
                <a:cs typeface="Lato Light"/>
                <a:sym typeface="Lato Light"/>
              </a:defRPr>
            </a:lvl4pPr>
            <a:lvl5pPr indent="-3810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Char char="•"/>
              <a:defRPr b="0" i="0" sz="2400">
                <a:latin typeface="Lato Light"/>
                <a:ea typeface="Lato Light"/>
                <a:cs typeface="Lato Light"/>
                <a:sym typeface="Lato Light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1" y="6288718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9113838" y="6290993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34962" y="1841514"/>
            <a:ext cx="5583237" cy="83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334962" y="2822588"/>
            <a:ext cx="5583237" cy="3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334963" y="685812"/>
            <a:ext cx="9901237" cy="962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1" type="ftr"/>
          </p:nvPr>
        </p:nvSpPr>
        <p:spPr>
          <a:xfrm>
            <a:off x="4062809" y="6281266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9113838" y="6281266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0"/>
          <p:cNvSpPr txBox="1"/>
          <p:nvPr>
            <p:ph idx="3" type="body"/>
          </p:nvPr>
        </p:nvSpPr>
        <p:spPr>
          <a:xfrm>
            <a:off x="6273801" y="1841514"/>
            <a:ext cx="5583237" cy="83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10"/>
          <p:cNvSpPr txBox="1"/>
          <p:nvPr>
            <p:ph idx="4" type="body"/>
          </p:nvPr>
        </p:nvSpPr>
        <p:spPr>
          <a:xfrm>
            <a:off x="6273801" y="2822588"/>
            <a:ext cx="5583237" cy="3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4132523" y="6218985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9113838" y="6218985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334963" y="2091708"/>
            <a:ext cx="11522075" cy="9686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Helvetica Neue"/>
              <a:buNone/>
              <a:defRPr b="1" i="0" sz="24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334963" y="3154680"/>
            <a:ext cx="11494181" cy="28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1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334963" y="6093129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71552" y="6093129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43552" y="6093129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4"/>
          <p:cNvSpPr txBox="1"/>
          <p:nvPr/>
        </p:nvSpPr>
        <p:spPr>
          <a:xfrm>
            <a:off x="12686274" y="2310714"/>
            <a:ext cx="18473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1344" y="203359"/>
            <a:ext cx="613904" cy="34532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/>
        </p:nvSpPr>
        <p:spPr>
          <a:xfrm>
            <a:off x="191344" y="6381328"/>
            <a:ext cx="44644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7F7F"/>
                </a:solidFill>
                <a:latin typeface="Proxima Nova"/>
                <a:ea typeface="Proxima Nova"/>
                <a:cs typeface="Proxima Nova"/>
                <a:sym typeface="Proxima Nova"/>
              </a:rPr>
              <a:t>© 2024 – PT Sinergi Informatika Semen Indonesia (SISI)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7F7F"/>
                </a:solidFill>
                <a:latin typeface="Proxima Nova"/>
                <a:ea typeface="Proxima Nova"/>
                <a:cs typeface="Proxima Nova"/>
                <a:sym typeface="Proxima Nova"/>
              </a:rPr>
              <a:t>All contents featured in this document is confidential and belong to their respective author(s).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1">
          <p15:clr>
            <a:srgbClr val="F26B43"/>
          </p15:clr>
        </p15:guide>
        <p15:guide id="2" pos="7469">
          <p15:clr>
            <a:srgbClr val="F26B43"/>
          </p15:clr>
        </p15:guide>
        <p15:guide id="3" orient="horz" pos="232">
          <p15:clr>
            <a:srgbClr val="F26B43"/>
          </p15:clr>
        </p15:guide>
        <p15:guide id="4" orient="horz" pos="374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34963" y="695676"/>
            <a:ext cx="9901237" cy="97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34963" y="1848202"/>
            <a:ext cx="11522075" cy="42322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281265"/>
            <a:ext cx="41148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113838" y="6277326"/>
            <a:ext cx="2743200" cy="234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19759" y="116632"/>
            <a:ext cx="1424913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/>
        </p:nvSpPr>
        <p:spPr>
          <a:xfrm>
            <a:off x="191344" y="6381328"/>
            <a:ext cx="44644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7F7F"/>
                </a:solidFill>
                <a:latin typeface="Proxima Nova"/>
                <a:ea typeface="Proxima Nova"/>
                <a:cs typeface="Proxima Nova"/>
                <a:sym typeface="Proxima Nova"/>
              </a:rPr>
              <a:t>© 2024 – PT Sinergi Informatika Semen Indonesia (SISI)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7F7F"/>
                </a:solidFill>
                <a:latin typeface="Proxima Nova"/>
                <a:ea typeface="Proxima Nova"/>
                <a:cs typeface="Proxima Nova"/>
                <a:sym typeface="Proxima Nova"/>
              </a:rPr>
              <a:t>All contents featured in this document is confidential and belong to their respective author(s).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  <p:sldLayoutId id="2147483654" r:id="rId4"/>
    <p:sldLayoutId id="214748365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1">
          <p15:clr>
            <a:srgbClr val="F26B43"/>
          </p15:clr>
        </p15:guide>
        <p15:guide id="2" orient="horz" pos="232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845">
          <p15:clr>
            <a:srgbClr val="F26B43"/>
          </p15:clr>
        </p15:guide>
        <p15:guide id="5" orient="horz" pos="958">
          <p15:clr>
            <a:srgbClr val="F26B43"/>
          </p15:clr>
        </p15:guide>
        <p15:guide id="6" pos="6630">
          <p15:clr>
            <a:srgbClr val="F26B43"/>
          </p15:clr>
        </p15:guide>
        <p15:guide id="7" pos="6448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3861">
          <p15:clr>
            <a:srgbClr val="F26B43"/>
          </p15:clr>
        </p15:guide>
        <p15:guide id="10" orient="horz" pos="3748">
          <p15:clr>
            <a:srgbClr val="F26B43"/>
          </p15:clr>
        </p15:guide>
        <p15:guide id="11" orient="horz" pos="363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/>
        </p:nvSpPr>
        <p:spPr>
          <a:xfrm>
            <a:off x="4943872" y="2420888"/>
            <a:ext cx="7056784" cy="154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Helvetica Neue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Daily Activity </a:t>
            </a:r>
            <a:endParaRPr b="1" i="0" sz="44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Helvetica Neue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Distributor Tunggal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Helvetica Neue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Royalti SIG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1025d0bb13_0_0"/>
          <p:cNvSpPr txBox="1"/>
          <p:nvPr>
            <p:ph type="title"/>
          </p:nvPr>
        </p:nvSpPr>
        <p:spPr>
          <a:xfrm>
            <a:off x="1408175" y="165250"/>
            <a:ext cx="9481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Helvetica Neue"/>
              <a:buNone/>
            </a:pPr>
            <a:r>
              <a:rPr b="0" lang="en-US" sz="3000">
                <a:latin typeface="Lato Black"/>
                <a:ea typeface="Lato Black"/>
                <a:cs typeface="Lato Black"/>
                <a:sym typeface="Lato Black"/>
              </a:rPr>
              <a:t>Daily Stand Up Meeting (04-03-2025)</a:t>
            </a:r>
            <a:endParaRPr b="0" sz="3000"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61" name="Google Shape;61;g31025d0bb1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75" y="253000"/>
            <a:ext cx="653649" cy="3758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" name="Google Shape;62;g31025d0bb13_0_0"/>
          <p:cNvGraphicFramePr/>
          <p:nvPr/>
        </p:nvGraphicFramePr>
        <p:xfrm>
          <a:off x="454058" y="25937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{7FF581DB-9F27-4DFB-BAA8-1F02EF33E437}</a:tableStyleId>
              </a:tblPr>
              <a:tblGrid>
                <a:gridCol w="720050"/>
                <a:gridCol w="3316500"/>
                <a:gridCol w="1024225"/>
                <a:gridCol w="6034275"/>
              </a:tblGrid>
              <a:tr h="28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No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 Do (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04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)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Status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Remark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Transfer Knowledge FORCA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Open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09.00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" name="Google Shape;63;g31025d0bb13_0_0"/>
          <p:cNvGraphicFramePr/>
          <p:nvPr/>
        </p:nvGraphicFramePr>
        <p:xfrm>
          <a:off x="449933" y="1329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{7FF581DB-9F27-4DFB-BAA8-1F02EF33E437}</a:tableStyleId>
              </a:tblPr>
              <a:tblGrid>
                <a:gridCol w="720050"/>
                <a:gridCol w="3316500"/>
                <a:gridCol w="1024225"/>
                <a:gridCol w="6034275"/>
              </a:tblGrid>
              <a:tr h="28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No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Before Activity (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)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Status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Remark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0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Kick-off Rebuilding SIGMA SIG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Done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Offline (SQ), Online (Teams)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0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Ko</a:t>
                      </a: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ordinasi internal kebutuhan development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Done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c7af9ef92_0_0"/>
          <p:cNvSpPr txBox="1"/>
          <p:nvPr>
            <p:ph type="title"/>
          </p:nvPr>
        </p:nvSpPr>
        <p:spPr>
          <a:xfrm>
            <a:off x="1408175" y="165250"/>
            <a:ext cx="9481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Helvetica Neue"/>
              <a:buNone/>
            </a:pPr>
            <a:r>
              <a:rPr b="0" lang="en-US" sz="3000">
                <a:latin typeface="Lato Black"/>
                <a:ea typeface="Lato Black"/>
                <a:cs typeface="Lato Black"/>
                <a:sym typeface="Lato Black"/>
              </a:rPr>
              <a:t>Daily Stand Up Meeting (05-03-2025)</a:t>
            </a:r>
            <a:endParaRPr b="0" sz="3000"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69" name="Google Shape;69;g33c7af9ef9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75" y="253000"/>
            <a:ext cx="653649" cy="3758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" name="Google Shape;70;g33c7af9ef92_0_0"/>
          <p:cNvGraphicFramePr/>
          <p:nvPr/>
        </p:nvGraphicFramePr>
        <p:xfrm>
          <a:off x="454058" y="25937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{7FF581DB-9F27-4DFB-BAA8-1F02EF33E437}</a:tableStyleId>
              </a:tblPr>
              <a:tblGrid>
                <a:gridCol w="720050"/>
                <a:gridCol w="3316500"/>
                <a:gridCol w="1024225"/>
                <a:gridCol w="6034275"/>
              </a:tblGrid>
              <a:tr h="28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No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 Do (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05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)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Status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Remark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Transfer Knowledge FORCA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Open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.00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Getting Requirement Day 2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Open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Google Shape;71;g33c7af9ef92_0_0"/>
          <p:cNvGraphicFramePr/>
          <p:nvPr/>
        </p:nvGraphicFramePr>
        <p:xfrm>
          <a:off x="454058" y="10697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{7FF581DB-9F27-4DFB-BAA8-1F02EF33E437}</a:tableStyleId>
              </a:tblPr>
              <a:tblGrid>
                <a:gridCol w="720050"/>
                <a:gridCol w="3316500"/>
                <a:gridCol w="1024225"/>
                <a:gridCol w="6034275"/>
              </a:tblGrid>
              <a:tr h="28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No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 Do (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04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03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-202</a:t>
                      </a:r>
                      <a:r>
                        <a:rPr lang="en-US" sz="1300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)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Status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206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Remark</a:t>
                      </a:r>
                      <a:endParaRPr sz="1300" u="none" cap="none" strike="noStrike">
                        <a:solidFill>
                          <a:srgbClr val="00206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Transfer Knowledge FORCA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Done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Getting Requirement Day 1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Done</a:t>
                      </a:r>
                      <a:endParaRPr sz="1100" u="none" cap="none" strike="noStrike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NTENT (2)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2024-01-22T02:36:18Z</dcterms:created>
  <dc:creator>Nuzulia Rohmah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0x0101003200BE3B1473EA4FAE0A8C0A3D0DA6DA</vt:lpwstr>
  </property>
</Properties>
</file>